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2F0EB"/>
                </a:solidFill>
                <a:latin typeface="Calibri"/>
              </a:rPr>
              <a:t>My Tasco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9A968E"/>
                </a:solidFill>
                <a:latin typeface="Calibri"/>
              </a:rPr>
              <a:t>Instant answers. Authorized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A968E"/>
                </a:solidFill>
                <a:latin typeface="Calibri"/>
              </a:rPr>
              <a:t>AABW  ·  Tasco track  ·  Round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F0EB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Hard to find accurate answers fast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Knowledge scattered across systems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Important docs underutilized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Onboarding &amp; decisions slow down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Keyword search fails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Sensitive info needs strict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F0EB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AI assistant inside My Tasco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Ask in plain language → answer + source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Plans clearance before it answers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GOAL → PLAN → TOOLS → ACT → VERIFY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Intelligent and secure — not either/or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F0EB"/>
                </a:solidFill>
                <a:latin typeface="Calibri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public → internal → confidential → restricted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Filter at query time — before generation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Team-scoped confidential (not just rank)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Citations on every allowed answer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Honest deny: “hidden by access level”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F0EB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Employee → policy answer + citation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Employee → salary bands blocked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Wrong team manager → still blocked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HR manager → full answer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Exec → restricted M&amp;A unlocked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F0EB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Faster find — one ask, not file hunt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Knowledge used, not buried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Safer sensitive data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Same question → different clearance → different truth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2F0EB"/>
                </a:solidFill>
                <a:latin typeface="Calibri"/>
              </a:rPr>
              <a:t>•  Live on GCP — ready for My Tasco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A968E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